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304" r:id="rId6"/>
    <p:sldId id="281" r:id="rId7"/>
    <p:sldId id="282" r:id="rId8"/>
    <p:sldId id="314" r:id="rId9"/>
    <p:sldId id="315" r:id="rId10"/>
    <p:sldId id="317" r:id="rId11"/>
    <p:sldId id="318" r:id="rId12"/>
    <p:sldId id="321" r:id="rId13"/>
    <p:sldId id="297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8" autoAdjust="0"/>
    <p:restoredTop sz="95388" autoAdjust="0"/>
  </p:normalViewPr>
  <p:slideViewPr>
    <p:cSldViewPr snapToGrid="0" snapToObjects="1">
      <p:cViewPr varScale="1">
        <p:scale>
          <a:sx n="43" d="100"/>
          <a:sy n="43" d="100"/>
        </p:scale>
        <p:origin x="370" y="3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>
                <a:latin typeface="Elephant" panose="02020904090505020303" pitchFamily="18" charset="0"/>
              </a:rPr>
              <a:t>start-up </a:t>
            </a:r>
            <a:r>
              <a:rPr lang="en-US" dirty="0" err="1">
                <a:latin typeface="Elephant" panose="02020904090505020303" pitchFamily="18" charset="0"/>
              </a:rPr>
              <a:t>ideaa</a:t>
            </a:r>
            <a:r>
              <a:rPr lang="en-US" dirty="0">
                <a:latin typeface="Elephant" panose="02020904090505020303" pitchFamily="18" charset="0"/>
              </a:rPr>
              <a:t> </a:t>
            </a:r>
            <a:br>
              <a:rPr lang="en-US" dirty="0">
                <a:latin typeface="Elephant" panose="02020904090505020303" pitchFamily="18" charset="0"/>
              </a:rPr>
            </a:br>
            <a:r>
              <a:rPr lang="en-US" dirty="0">
                <a:latin typeface="Elephant" panose="02020904090505020303" pitchFamily="18" charset="0"/>
              </a:rPr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Face recognition and      </a:t>
            </a:r>
            <a:br>
              <a:rPr lang="en-US" dirty="0"/>
            </a:br>
            <a:r>
              <a:rPr lang="en-US" dirty="0" err="1"/>
              <a:t>gps</a:t>
            </a:r>
            <a:r>
              <a:rPr lang="en-US" dirty="0"/>
              <a:t> tracking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56616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Problem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Proposed 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Uniqueness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Effective Delivery Techniques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Target Customers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Revenue Streams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Benefits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42219"/>
            <a:ext cx="5259554" cy="1425678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595716"/>
            <a:ext cx="5259554" cy="3446267"/>
          </a:xfrm>
        </p:spPr>
        <p:txBody>
          <a:bodyPr>
            <a:normAutofit/>
          </a:bodyPr>
          <a:lstStyle/>
          <a:p>
            <a:pPr algn="just"/>
            <a:r>
              <a:rPr lang="en-US" sz="1800" dirty="0"/>
              <a:t>The main problem addressed is the inefficiency and inaccuracy of manual attendance systems in schools, which are time-consuming, manual errors, and can be manipulated. Additionally, there's a need for great student safety measures and real-time communication with parents regarding their child’s protection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205D94B-B1B2-5516-CD0A-517A623B789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6063" r="19005"/>
          <a:stretch/>
        </p:blipFill>
        <p:spPr>
          <a:xfrm>
            <a:off x="6636774" y="410780"/>
            <a:ext cx="5024283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678426"/>
            <a:ext cx="7965461" cy="776748"/>
          </a:xfrm>
        </p:spPr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1681316"/>
            <a:ext cx="7965460" cy="4119411"/>
          </a:xfrm>
        </p:spPr>
        <p:txBody>
          <a:bodyPr/>
          <a:lstStyle/>
          <a:p>
            <a:pPr algn="just"/>
            <a:r>
              <a:rPr lang="en-US" dirty="0"/>
              <a:t>The proposed solution integrates facial recognition for automated attendance and GPS tracking for real-time location monitoring into a parent notification app. This system reduces manual errors, efficient student safety, and provides parents with real-time updates, ensuring efficient communication and operational efficiency in educational institutions.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48605" y="457199"/>
            <a:ext cx="1067589" cy="47148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053" y="1057275"/>
            <a:ext cx="7308374" cy="869848"/>
          </a:xfrm>
        </p:spPr>
        <p:txBody>
          <a:bodyPr/>
          <a:lstStyle/>
          <a:p>
            <a:r>
              <a:rPr lang="en-US" dirty="0"/>
              <a:t>uniqueness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00052" y="2507227"/>
            <a:ext cx="7593509" cy="3293499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This innovation stands out by combining facial recognition for automated attendance and GPS tracking for real-time location monitoring into a  parent notification app. Unlike traditional systems, it provides a dual solution enhancing operational efficiency, student safety, and real-time parent communication, all within a user-friendly mobile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457199"/>
            <a:ext cx="7796464" cy="1292943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1976284"/>
            <a:ext cx="3283119" cy="4047081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1976284"/>
            <a:ext cx="3284951" cy="4047081"/>
          </a:xfrm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target customers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3763963" cy="414337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Childcare Facilities: Providing parents with real-time tracking of their children.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Educational Technology Firms: To integrate this advanced technology into their existing systems, enhancing their product offerings.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This solution caters to institutions searching to improve operational efficiency and student safety through technology.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EFC446-2A64-58B2-9780-59B71C4997D5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target customers for this innovation include:</a:t>
            </a:r>
          </a:p>
          <a:p>
            <a:r>
              <a:rPr lang="en-US" dirty="0"/>
              <a:t>K-12 Schools: For daily attendance monitoring and safety protocols.</a:t>
            </a:r>
          </a:p>
          <a:p>
            <a:r>
              <a:rPr lang="en-US" dirty="0"/>
              <a:t>Higher Education Institutions: To streamline attendance in more number of students in bus</a:t>
            </a:r>
          </a:p>
          <a:p>
            <a:r>
              <a:rPr lang="en-US" dirty="0"/>
              <a:t>.After-School Programs: For tracking attendance and location during activities.</a:t>
            </a:r>
          </a:p>
          <a:p>
            <a:endParaRPr lang="en-IN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5E09A41-424A-756D-F9D5-33AF42F5F0C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50733" r="18703"/>
          <a:stretch/>
        </p:blipFill>
        <p:spPr>
          <a:xfrm>
            <a:off x="8989454" y="965393"/>
            <a:ext cx="3202545" cy="5892607"/>
          </a:xfr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revenue streams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Revenue Streams Subscription Fees: Schools and institutions can pay monthly or annual fees for using the app, which includes updates and support.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Licensing: Licensing the technology to other educational software providers.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Custom Integration Fees: Charging for custom integrations with existing school management systems.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Analytics Services: Offering premium services for detailed data analysis and reporting to improve school operations and safety protocols.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Hardware Sales: Selling cameras and GPS-enabled devices as part of the solution package.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133" y="1115985"/>
            <a:ext cx="9875463" cy="999746"/>
          </a:xfrm>
        </p:spPr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dirty="0"/>
              <a:t>advantage :</a:t>
            </a:r>
          </a:p>
          <a:p>
            <a:r>
              <a:rPr lang="en-US" dirty="0"/>
              <a:t>This solution provides automated, accurate attendance tracking, reducing manual errors and administrative tasks. Real-time GPS tracking ensures student safety, with instant notifications to parents. </a:t>
            </a:r>
          </a:p>
          <a:p>
            <a:r>
              <a:rPr lang="en-US" dirty="0"/>
              <a:t>It enhances operational efficiency, it give  better communication between schools and families, and ensures a secure environment for students.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8DBD652-F22D-3E89-A14F-022A749DF999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7379711" y="1887794"/>
            <a:ext cx="4652962" cy="3723297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sz="2000" dirty="0"/>
              <a:t>Contact : 9043956971</a:t>
            </a:r>
          </a:p>
          <a:p>
            <a:r>
              <a:rPr lang="en-US" sz="2000" dirty="0"/>
              <a:t>Gmail:ramyabalaji2244@gmail.com</a:t>
            </a:r>
          </a:p>
          <a:p>
            <a:r>
              <a:rPr lang="en-US" sz="2000" dirty="0"/>
              <a:t>Team members: </a:t>
            </a:r>
            <a:r>
              <a:rPr lang="en-US" sz="2000" dirty="0" err="1"/>
              <a:t>G.Balaji</a:t>
            </a:r>
            <a:endParaRPr lang="en-US" sz="2000" dirty="0"/>
          </a:p>
          <a:p>
            <a:r>
              <a:rPr lang="en-US" sz="2000" dirty="0"/>
              <a:t>                           </a:t>
            </a:r>
            <a:r>
              <a:rPr lang="en-US" sz="2000" dirty="0" err="1"/>
              <a:t>M.iyyanar</a:t>
            </a:r>
            <a:r>
              <a:rPr lang="en-US" sz="2000" dirty="0"/>
              <a:t> </a:t>
            </a:r>
            <a:r>
              <a:rPr lang="en-US" sz="2000" dirty="0" err="1"/>
              <a:t>boopathi</a:t>
            </a:r>
            <a:endParaRPr lang="en-US" sz="2000" dirty="0"/>
          </a:p>
          <a:p>
            <a:r>
              <a:rPr lang="en-US" sz="2000" dirty="0"/>
              <a:t>                            </a:t>
            </a:r>
            <a:r>
              <a:rPr lang="en-US" sz="2000" dirty="0" err="1"/>
              <a:t>K.Gowsick</a:t>
            </a:r>
            <a:endParaRPr lang="en-US" sz="2000" dirty="0"/>
          </a:p>
          <a:p>
            <a:r>
              <a:rPr lang="en-US" sz="2000" dirty="0"/>
              <a:t>                            </a:t>
            </a:r>
            <a:r>
              <a:rPr lang="en-US" sz="2000" dirty="0" err="1"/>
              <a:t>V.chanakyan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{766FD73D-480D-42CD-8158-F084E17419ED}tf78438558_win32</Template>
  <TotalTime>174</TotalTime>
  <Words>514</Words>
  <Application>Microsoft Office PowerPoint</Application>
  <PresentationFormat>Widescreen</PresentationFormat>
  <Paragraphs>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Elephant</vt:lpstr>
      <vt:lpstr>Sabon Next LT</vt:lpstr>
      <vt:lpstr>Custom</vt:lpstr>
      <vt:lpstr>start-up ideaa  presentation</vt:lpstr>
      <vt:lpstr>Face recognition and       gps tracking system</vt:lpstr>
      <vt:lpstr>problem statement</vt:lpstr>
      <vt:lpstr>proposed solution</vt:lpstr>
      <vt:lpstr>uniqueness</vt:lpstr>
      <vt:lpstr>Effective delivery techniques</vt:lpstr>
      <vt:lpstr>target customers</vt:lpstr>
      <vt:lpstr>revenue streams</vt:lpstr>
      <vt:lpstr>benefits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 Balaji</dc:creator>
  <cp:lastModifiedBy>G Balaji</cp:lastModifiedBy>
  <cp:revision>3</cp:revision>
  <dcterms:created xsi:type="dcterms:W3CDTF">2024-11-03T08:39:05Z</dcterms:created>
  <dcterms:modified xsi:type="dcterms:W3CDTF">2024-11-05T11:00:32Z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